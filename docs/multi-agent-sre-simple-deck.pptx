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41732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232838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96012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1C202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029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171A21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-45720"/>
            <a:ext cx="457200" cy="457200"/>
          </a:xfrm>
          <a:prstGeom prst="ellipse">
            <a:avLst/>
          </a:prstGeom>
          <a:solidFill>
            <a:srgbClr val="E5534B"/>
          </a:solidFill>
          <a:ln/>
        </p:spPr>
      </p:sp>
      <p:pic>
        <p:nvPicPr>
          <p:cNvPr id="6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85216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502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SRE Copilot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incident investigation for Kubernetes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fire, the platform investigates on its own, produces a grounded root-cause report and an execution-ready runbook — and a human approves anything that touches the cluster.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Bootcamp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5B8D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84632"/>
            <a:ext cx="109728" cy="1097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5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597" y="365760"/>
            <a:ext cx="407107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 toil doesn't scale with headcount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71A2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288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148840" y="18562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outpace attention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60720" y="185623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cascading outage can fire dozens of alerts in minutes. Someone still has to open Grafana, Jaeger, and kubectl, by hand, for every one.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71A2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4612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2148840" y="327355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lives across three tools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760720" y="327355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say what broke. Traces say where. Kubernetes events say why. No single dashboard correlates all three under time pressure.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5262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71A21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634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2148840" y="469087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doesn't transfer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760720" y="469087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 who remembers last quarter's near-identical incident isn't always the one on call this time.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84632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pic>
        <p:nvPicPr>
          <p:cNvPr id="5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597" y="365760"/>
            <a:ext cx="407107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actually does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2039112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1929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detection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2313432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posts a firing alert to the webhook; the copilot investigates with nobody watching, no polling.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8232" y="2039112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6995160" y="1929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multi-agent investigation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95160" y="2313432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Trace, and Kubernetes agents gather evidence at once — every tool call is visible, not hidden.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40156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657600"/>
            <a:ext cx="384048" cy="384048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root-cause reports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39319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RCA is tied to the actual metrics and traces pulled for this incident, not a generic response.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40156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21" name="Shape 18"/>
          <p:cNvSpPr/>
          <p:nvPr/>
        </p:nvSpPr>
        <p:spPr>
          <a:xfrm>
            <a:off x="6428232" y="365760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Execution-ready runbooks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95160" y="39319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structured LLM pass turns the RCA into concrete, ready-to-run remediation steps.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502005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25" name="Shape 22"/>
          <p:cNvSpPr/>
          <p:nvPr/>
        </p:nvSpPr>
        <p:spPr>
          <a:xfrm>
            <a:off x="713232" y="5276088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6" name="Text 23"/>
          <p:cNvSpPr/>
          <p:nvPr/>
        </p:nvSpPr>
        <p:spPr>
          <a:xfrm>
            <a:off x="128016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remediation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555040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cluster-mutating action pauses on a real approval gate — nothing touches the cluster without a person deciding.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72200" y="502005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29" name="Shape 26"/>
          <p:cNvSpPr/>
          <p:nvPr/>
        </p:nvSpPr>
        <p:spPr>
          <a:xfrm>
            <a:off x="6428232" y="5276088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memory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995160" y="555040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past incidents answers “has this happened before?” instead of starting cold.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5B8D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84632"/>
            <a:ext cx="109728" cy="1097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pic>
        <p:nvPicPr>
          <p:cNvPr id="5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597" y="365760"/>
            <a:ext cx="407107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71A21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88720" y="19568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scale deployment product-catalog --replicas=0 — a real failure in the live cluster.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71A21"/>
          </a:solidFill>
          <a:ln/>
        </p:spPr>
      </p:sp>
      <p:sp>
        <p:nvSpPr>
          <p:cNvPr id="14" name="Shape 11"/>
          <p:cNvSpPr/>
          <p:nvPr/>
        </p:nvSpPr>
        <p:spPr>
          <a:xfrm>
            <a:off x="4434840" y="193852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37760" y="19568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Auto-triage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43484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posts to the webhook; the copilot picks it up with nobody asking, no polling.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55280" y="1737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71A21"/>
          </a:solidFill>
          <a:ln/>
        </p:spPr>
      </p:sp>
      <p:sp>
        <p:nvSpPr>
          <p:cNvPr id="19" name="Shape 16"/>
          <p:cNvSpPr/>
          <p:nvPr/>
        </p:nvSpPr>
        <p:spPr>
          <a:xfrm>
            <a:off x="8183880" y="193852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686800" y="19568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18388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trace, and Kubernetes agents gather evidence in parallel; the coordinator correlates it.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71A21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408736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88720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runbook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5800" y="4617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produces a grounded RCA and an execution-ready remediation runbook.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2062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71A21"/>
          </a:solidFill>
          <a:ln/>
        </p:spPr>
      </p:sp>
      <p:sp>
        <p:nvSpPr>
          <p:cNvPr id="29" name="Shape 26"/>
          <p:cNvSpPr/>
          <p:nvPr/>
        </p:nvSpPr>
        <p:spPr>
          <a:xfrm>
            <a:off x="4434840" y="408736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0" name="Text 27"/>
          <p:cNvSpPr/>
          <p:nvPr/>
        </p:nvSpPr>
        <p:spPr>
          <a:xfrm>
            <a:off x="4434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937760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434840" y="4617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fix parks on awaiting_approval until a human clicks Approve — in the Web UI or CLI.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95528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71A21"/>
          </a:solidFill>
          <a:ln/>
        </p:spPr>
      </p:sp>
      <p:sp>
        <p:nvSpPr>
          <p:cNvPr id="34" name="Shape 31"/>
          <p:cNvSpPr/>
          <p:nvPr/>
        </p:nvSpPr>
        <p:spPr>
          <a:xfrm>
            <a:off x="8183880" y="408736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5" name="Text 32"/>
          <p:cNvSpPr/>
          <p:nvPr/>
        </p:nvSpPr>
        <p:spPr>
          <a:xfrm>
            <a:off x="81838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686800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183880" y="4617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Hub's KPIs and the Timeline update live — resolution rate, time-to-mitigate, the works.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5B8D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84632"/>
            <a:ext cx="109728" cy="1097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pic>
        <p:nvPicPr>
          <p:cNvPr id="5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597" y="365760"/>
            <a:ext cx="407107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one approval gate</a:t>
            </a:r>
            <a:endParaRPr lang="en-US" sz="3000" dirty="0"/>
          </a:p>
        </p:txBody>
      </p:sp>
      <p:pic>
        <p:nvPicPr>
          <p:cNvPr id="8" name="Image 1" descr="/sessions/fervent-busy-bohr/mnt/outputs/architecture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832" y="1600200"/>
            <a:ext cx="3395289" cy="4709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D29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84632"/>
            <a:ext cx="109728" cy="109728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</a:t>
            </a:r>
            <a:endParaRPr lang="en-US" sz="1300" dirty="0"/>
          </a:p>
        </p:txBody>
      </p:sp>
      <p:pic>
        <p:nvPicPr>
          <p:cNvPr id="5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597" y="365760"/>
            <a:ext cx="407107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core loop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2039112"/>
            <a:ext cx="384048" cy="384048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1929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correlation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2313432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alerts into one incident instead of a dozen separate pings for the same outage.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8232" y="2039112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/>
          <p:nvPr/>
        </p:nvSpPr>
        <p:spPr>
          <a:xfrm>
            <a:off x="6995160" y="1929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95160" y="2313432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checks flag a metric behaving unusually against that service's own history.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40156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657600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search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39319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TF-IDF search over human-authored runbooks and playbooks, not just past incidents.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40156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21" name="Shape 18"/>
          <p:cNvSpPr/>
          <p:nvPr/>
        </p:nvSpPr>
        <p:spPr>
          <a:xfrm>
            <a:off x="6428232" y="3657600"/>
            <a:ext cx="384048" cy="384048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Hub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95160" y="39319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resolution rate, time-to-mitigate, pending approvals — at a glance.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502005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25" name="Shape 22"/>
          <p:cNvSpPr/>
          <p:nvPr/>
        </p:nvSpPr>
        <p:spPr>
          <a:xfrm>
            <a:off x="713232" y="5276088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6" name="Text 23"/>
          <p:cNvSpPr/>
          <p:nvPr/>
        </p:nvSpPr>
        <p:spPr>
          <a:xfrm>
            <a:off x="128016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+ PII redaction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555040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per-user auth, plus a regex scrub before cluster data reaches the LLM or gets stored.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72200" y="502005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171A21"/>
          </a:solidFill>
          <a:ln/>
        </p:spPr>
      </p:sp>
      <p:sp>
        <p:nvSpPr>
          <p:cNvPr id="29" name="Shape 26"/>
          <p:cNvSpPr/>
          <p:nvPr/>
        </p:nvSpPr>
        <p:spPr>
          <a:xfrm>
            <a:off x="6428232" y="5276088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copilot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995160" y="555040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tools, from a terminal instead of the browser.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E55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" y="484632"/>
            <a:ext cx="109728" cy="10972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pic>
        <p:nvPicPr>
          <p:cNvPr id="5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597" y="365760"/>
            <a:ext cx="407107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plainly: what's next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71A2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TRADE-OFFS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5603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per-role authorization — every allowlisted user can also approve a remediation.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is pattern-based, not a compliance-grade classifier.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client secret and session key still live in plaintext .env.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isn't implemented — sessions simply expire after 8 hours.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71A21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25603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authorization — separate “can view” from “can approve a remediation.”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Microsoft Teams notifications.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support.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embedding-based search everywhere — Voyage AI is optional today, TF-IDF is the fallback.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41732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232838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96012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1C202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029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171A21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-4572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/sessions/fervent-busy-bohr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85216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502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SRE Copilot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SRE Copilot — Multi-Agent AI SRE Platform — 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2026-08-05T07:19:16Z</dcterms:created>
  <dcterms:modified xsi:type="dcterms:W3CDTF">2026-08-05T07:19:16Z</dcterms:modified>
</cp:coreProperties>
</file>